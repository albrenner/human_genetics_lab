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12" r:id="rId2"/>
    <p:sldId id="384" r:id="rId3"/>
    <p:sldId id="287" r:id="rId4"/>
    <p:sldId id="288" r:id="rId5"/>
    <p:sldId id="381" r:id="rId6"/>
    <p:sldId id="386" r:id="rId7"/>
    <p:sldId id="310" r:id="rId8"/>
    <p:sldId id="286" r:id="rId9"/>
    <p:sldId id="291" r:id="rId10"/>
    <p:sldId id="388" r:id="rId11"/>
    <p:sldId id="387" r:id="rId12"/>
    <p:sldId id="382" r:id="rId13"/>
    <p:sldId id="383" r:id="rId14"/>
    <p:sldId id="296" r:id="rId15"/>
    <p:sldId id="298" r:id="rId16"/>
    <p:sldId id="299" r:id="rId17"/>
    <p:sldId id="38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72"/>
    <p:restoredTop sz="99709" autoAdjust="0"/>
  </p:normalViewPr>
  <p:slideViewPr>
    <p:cSldViewPr snapToGrid="0" snapToObjects="1">
      <p:cViewPr>
        <p:scale>
          <a:sx n="92" d="100"/>
          <a:sy n="92" d="100"/>
        </p:scale>
        <p:origin x="11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Helvetica" pitchFamily="2" charset="0"/>
              </a:defRPr>
            </a:lvl1pPr>
          </a:lstStyle>
          <a:p>
            <a:fld id="{88343A77-6F31-0B44-BEA7-DEF520352DC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Helvetica" pitchFamily="2" charset="0"/>
              </a:defRPr>
            </a:lvl1pPr>
          </a:lstStyle>
          <a:p>
            <a:fld id="{E0703B73-E2E3-F34C-92A1-184A048FB0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7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Helvetica" pitchFamily="2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Helvetica" pitchFamily="2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Helvetica" pitchFamily="2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Helvetica" pitchFamily="2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Helvetica" pitchFamily="2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are always in [ …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5AC7FF-B57F-A34E-93D2-B9B273C1AD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7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5AC7FF-B57F-A34E-93D2-B9B273C1AD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6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1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0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5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4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4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9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4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0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D86B4-4849-AA4A-9479-DCCE55F40E3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AC7D-392E-2341-8384-A03496BBD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1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1D1D86B4-4849-AA4A-9479-DCCE55F40E3A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BC80AC7D-392E-2341-8384-A03496BBDA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swcarpentry.github.io/shell-novic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7E85-52FF-9E44-9A12-0BF0A955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790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ANT 157L: Advanced Human Genetics Lab / Population Genetics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EDDA5-0B98-5449-BEE2-49F9C8CA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454" y="1913359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TA: Alaina Brenner</a:t>
            </a:r>
            <a:endParaRPr lang="en-US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Helvetica" pitchFamily="2" charset="0"/>
              </a:rPr>
              <a:t>Dept. of Anthropology</a:t>
            </a: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Helvetica" pitchFamily="2" charset="0"/>
              </a:rPr>
              <a:t>											</a:t>
            </a: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 algn="r">
              <a:buNone/>
            </a:pPr>
            <a:r>
              <a:rPr lang="en-US" sz="2400" dirty="0">
                <a:latin typeface="Helvetica" pitchFamily="2" charset="0"/>
              </a:rPr>
              <a:t>											</a:t>
            </a:r>
          </a:p>
          <a:p>
            <a:pPr marL="0" indent="0" algn="r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 algn="r">
              <a:buNone/>
            </a:pPr>
            <a:endParaRPr lang="en-US" sz="2400" dirty="0"/>
          </a:p>
          <a:p>
            <a:pPr marL="0" indent="0" algn="r">
              <a:buNone/>
            </a:pPr>
            <a:r>
              <a:rPr lang="en-US" sz="2400" dirty="0">
                <a:latin typeface="Helvetica" pitchFamily="2" charset="0"/>
              </a:rPr>
              <a:t>Week 1: </a:t>
            </a:r>
            <a:r>
              <a:rPr lang="en-US" sz="2400" dirty="0"/>
              <a:t>UNIX/BASH </a:t>
            </a:r>
            <a:r>
              <a:rPr lang="en-US" sz="2400" dirty="0">
                <a:latin typeface="Helvetica" pitchFamily="2" charset="0"/>
              </a:rPr>
              <a:t>Lab</a:t>
            </a: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  <a:p>
            <a:pPr marL="0" indent="0">
              <a:buNone/>
            </a:pPr>
            <a:endParaRPr lang="en-US" sz="2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8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AAE2-7FBE-E04B-8CCF-83D39A30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On a Mac</a:t>
            </a:r>
            <a:r>
              <a:rPr lang="en-US" dirty="0"/>
              <a:t>: Open your Terminal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6D0F9F-79D4-9F46-9758-352CEA5E6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557" y="3238083"/>
            <a:ext cx="4252209" cy="3137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3FD826-1DC2-E44B-A642-9E0564CE5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686" y="1417638"/>
            <a:ext cx="2881644" cy="1728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947263-960D-914A-BF21-0704483F40AD}"/>
              </a:ext>
            </a:extLst>
          </p:cNvPr>
          <p:cNvSpPr txBox="1"/>
          <p:nvPr/>
        </p:nvSpPr>
        <p:spPr>
          <a:xfrm>
            <a:off x="763675" y="1958528"/>
            <a:ext cx="400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on the application to open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87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are not sure what directory you are in you can use the command </a:t>
            </a:r>
            <a:r>
              <a:rPr lang="en-US" dirty="0" err="1"/>
              <a:t>pwd</a:t>
            </a:r>
            <a:endParaRPr lang="en-US" dirty="0"/>
          </a:p>
          <a:p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pwd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u="sng" dirty="0"/>
              <a:t>p</a:t>
            </a:r>
            <a:r>
              <a:rPr lang="en-US" dirty="0"/>
              <a:t>rints </a:t>
            </a:r>
            <a:r>
              <a:rPr lang="en-US" u="sng" dirty="0"/>
              <a:t>w</a:t>
            </a:r>
            <a:r>
              <a:rPr lang="en-US" dirty="0"/>
              <a:t>orking </a:t>
            </a:r>
            <a:r>
              <a:rPr lang="en-US" u="sng" dirty="0"/>
              <a:t>d</a:t>
            </a:r>
            <a:r>
              <a:rPr lang="en-US" dirty="0"/>
              <a:t>irectory</a:t>
            </a:r>
          </a:p>
        </p:txBody>
      </p:sp>
    </p:spTree>
    <p:extLst>
      <p:ext uri="{BB962C8B-B14F-4D97-AF65-F5344CB8AC3E}">
        <p14:creationId xmlns:p14="http://schemas.microsoft.com/office/powerpoint/2010/main" val="380847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$ cd /path/to/directory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$ cd data     #cd to ‘data’ directory</a:t>
            </a:r>
          </a:p>
          <a:p>
            <a:r>
              <a:rPr lang="en-US" dirty="0"/>
              <a:t>$ cd ~    #home directory</a:t>
            </a:r>
          </a:p>
          <a:p>
            <a:r>
              <a:rPr lang="en-US" dirty="0"/>
              <a:t>$ cd ..     #up one level</a:t>
            </a:r>
          </a:p>
          <a:p>
            <a:r>
              <a:rPr lang="en-US" dirty="0"/>
              <a:t>$ cd ../..  #up two levels</a:t>
            </a:r>
          </a:p>
          <a:p>
            <a:r>
              <a:rPr lang="en-US" dirty="0"/>
              <a:t>$ cd -    #previous directory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 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current directory</a:t>
            </a:r>
          </a:p>
          <a:p>
            <a:pPr marL="0" indent="0">
              <a:buNone/>
            </a:pPr>
            <a:r>
              <a:rPr lang="en-US" dirty="0"/>
              <a:t>.. </a:t>
            </a:r>
            <a:r>
              <a:rPr lang="en-US" dirty="0">
                <a:sym typeface="Wingdings"/>
              </a:rPr>
              <a:t> directory one level 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88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68A9-9191-2948-BC19-AFB65604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that…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26064-16B3-E346-9BEA-80B81AD87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cd Desktop/</a:t>
            </a:r>
          </a:p>
          <a:p>
            <a:r>
              <a:rPr lang="en-US" dirty="0"/>
              <a:t>$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pwd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cd –</a:t>
            </a:r>
          </a:p>
          <a:p>
            <a:r>
              <a:rPr lang="en-US" dirty="0"/>
              <a:t>$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pwd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6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C742-C2DF-2814-076C-E8D66684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6D6D3-9936-8AE0-4A88-536F2465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mkdir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foldername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cd Desktop/</a:t>
            </a:r>
          </a:p>
          <a:p>
            <a:r>
              <a:rPr lang="en-US" dirty="0"/>
              <a:t>$ </a:t>
            </a:r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>
                <a:solidFill>
                  <a:srgbClr val="FF0000"/>
                </a:solidFill>
              </a:rPr>
              <a:t> week1</a:t>
            </a:r>
          </a:p>
        </p:txBody>
      </p:sp>
    </p:spTree>
    <p:extLst>
      <p:ext uri="{BB962C8B-B14F-4D97-AF65-F5344CB8AC3E}">
        <p14:creationId xmlns:p14="http://schemas.microsoft.com/office/powerpoint/2010/main" val="95713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Filename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spaces</a:t>
            </a:r>
          </a:p>
          <a:p>
            <a:r>
              <a:rPr lang="en-US" dirty="0"/>
              <a:t>as description and brief as possible</a:t>
            </a:r>
          </a:p>
          <a:p>
            <a:r>
              <a:rPr lang="en-US" dirty="0"/>
              <a:t>lower case is better</a:t>
            </a:r>
          </a:p>
          <a:p>
            <a:r>
              <a:rPr lang="en-US" dirty="0" err="1"/>
              <a:t>camelCase</a:t>
            </a:r>
            <a:r>
              <a:rPr lang="en-US" dirty="0"/>
              <a:t> or </a:t>
            </a:r>
            <a:r>
              <a:rPr lang="en-US" dirty="0" err="1"/>
              <a:t>no_camel_case</a:t>
            </a:r>
            <a:endParaRPr lang="en-US" dirty="0"/>
          </a:p>
          <a:p>
            <a:r>
              <a:rPr lang="en-US" dirty="0"/>
              <a:t>sometimes you cannot name files with a complete description of the file, so create a </a:t>
            </a:r>
            <a:r>
              <a:rPr lang="en-US" dirty="0" err="1"/>
              <a:t>README.txt</a:t>
            </a:r>
            <a:r>
              <a:rPr lang="en-US" dirty="0"/>
              <a:t> 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51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directory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85175" cy="4525963"/>
          </a:xfrm>
        </p:spPr>
        <p:txBody>
          <a:bodyPr>
            <a:normAutofit/>
          </a:bodyPr>
          <a:lstStyle/>
          <a:p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lists files &amp; directories</a:t>
            </a:r>
          </a:p>
          <a:p>
            <a:r>
              <a:rPr lang="en-US" dirty="0"/>
              <a:t>Switches</a:t>
            </a:r>
          </a:p>
          <a:p>
            <a:pPr lvl="1"/>
            <a:r>
              <a:rPr lang="en-US" dirty="0"/>
              <a:t>$ command [options]</a:t>
            </a:r>
          </a:p>
          <a:p>
            <a:pPr lvl="2"/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–l    </a:t>
            </a:r>
            <a:r>
              <a:rPr lang="en-US" dirty="0"/>
              <a:t>#long form</a:t>
            </a:r>
          </a:p>
          <a:p>
            <a:pPr lvl="2"/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en-US" dirty="0"/>
              <a:t>#long form sorted by time</a:t>
            </a:r>
          </a:p>
          <a:p>
            <a:pPr lvl="2"/>
            <a:r>
              <a:rPr lang="en-US" dirty="0"/>
              <a:t> 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ltr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en-US" dirty="0"/>
              <a:t>#long form, sorted by time, reverse order</a:t>
            </a:r>
          </a:p>
          <a:p>
            <a:pPr lvl="2"/>
            <a:r>
              <a:rPr lang="en-US" dirty="0"/>
              <a:t>$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en-US" dirty="0"/>
              <a:t>#long form, human readable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9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&amp; deleting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$ nano file.txt   #creates text file to edit (file.txt)</a:t>
            </a:r>
            <a:endParaRPr lang="en-US" sz="2400" dirty="0"/>
          </a:p>
          <a:p>
            <a:r>
              <a:rPr lang="en-US" sz="2800" dirty="0"/>
              <a:t>$ </a:t>
            </a:r>
            <a:r>
              <a:rPr lang="en-US" sz="2800" dirty="0" err="1"/>
              <a:t>rm</a:t>
            </a:r>
            <a:r>
              <a:rPr lang="en-US" sz="2800" dirty="0"/>
              <a:t> </a:t>
            </a:r>
            <a:r>
              <a:rPr lang="en-US" sz="2800" dirty="0" err="1"/>
              <a:t>file.txt</a:t>
            </a:r>
            <a:r>
              <a:rPr lang="en-US" sz="2800" dirty="0"/>
              <a:t>    #removes </a:t>
            </a:r>
            <a:r>
              <a:rPr lang="en-US" sz="2800" dirty="0" err="1"/>
              <a:t>file.txt</a:t>
            </a:r>
            <a:r>
              <a:rPr lang="en-US" sz="2800" dirty="0"/>
              <a:t> (cannot undo)</a:t>
            </a:r>
          </a:p>
          <a:p>
            <a:r>
              <a:rPr lang="en-US" sz="2800" dirty="0"/>
              <a:t>$ </a:t>
            </a:r>
            <a:r>
              <a:rPr lang="en-US" sz="2800" dirty="0" err="1"/>
              <a:t>rm</a:t>
            </a:r>
            <a:r>
              <a:rPr lang="en-US" sz="2800" dirty="0"/>
              <a:t> *   #removes all files in directory</a:t>
            </a:r>
          </a:p>
          <a:p>
            <a:r>
              <a:rPr lang="en-US" sz="2800" dirty="0"/>
              <a:t>$ rm output.*  </a:t>
            </a:r>
          </a:p>
          <a:p>
            <a:pPr lvl="1"/>
            <a:r>
              <a:rPr lang="en-US" dirty="0"/>
              <a:t>#removes anything starting with output, followed by any file extension 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1928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A08A-882C-807F-4BCF-853206AF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Nano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F8F00-4D36-D607-DA46-557ABB302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Edit text in a file </a:t>
            </a:r>
          </a:p>
          <a:p>
            <a:r>
              <a:rPr lang="en-US" dirty="0"/>
              <a:t>$</a:t>
            </a:r>
            <a:r>
              <a:rPr lang="en-US" dirty="0">
                <a:solidFill>
                  <a:srgbClr val="FF0000"/>
                </a:solidFill>
              </a:rPr>
              <a:t> cd Desktop/</a:t>
            </a:r>
          </a:p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nano test_file.txt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Write something in this text file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10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6046-0C3D-DF74-A95A-06AF3758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FE1D-78F4-D0EC-7178-368604D7B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cp path/to/file/I/Want local/folder</a:t>
            </a:r>
          </a:p>
          <a:p>
            <a:pPr lvl="1"/>
            <a:r>
              <a:rPr lang="en-US" dirty="0"/>
              <a:t>For example, we made a directory called “week1”, move into that directory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cd week1</a:t>
            </a:r>
          </a:p>
          <a:p>
            <a:pPr lvl="1"/>
            <a:r>
              <a:rPr lang="en-US" sz="2000" dirty="0"/>
              <a:t>And you wanted to copy files from a different location</a:t>
            </a:r>
          </a:p>
          <a:p>
            <a:r>
              <a:rPr lang="en-US" dirty="0"/>
              <a:t>$ </a:t>
            </a:r>
            <a:r>
              <a:rPr lang="en-US" sz="2400" dirty="0">
                <a:solidFill>
                  <a:srgbClr val="FF0000"/>
                </a:solidFill>
              </a:rPr>
              <a:t>cp  /Desktop/test_file.txt .</a:t>
            </a:r>
          </a:p>
          <a:p>
            <a:r>
              <a:rPr lang="en-US" sz="2400" dirty="0"/>
              <a:t>What does “.” mean?</a:t>
            </a:r>
          </a:p>
          <a:p>
            <a:r>
              <a:rPr lang="en-US" sz="2400" dirty="0"/>
              <a:t>How do I check if this has worked?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38C47D-4BF8-FB09-D1B1-E3206853D138}"/>
              </a:ext>
            </a:extLst>
          </p:cNvPr>
          <p:cNvSpPr/>
          <p:nvPr/>
        </p:nvSpPr>
        <p:spPr>
          <a:xfrm>
            <a:off x="4833258" y="1587640"/>
            <a:ext cx="271306" cy="67323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1D966C-35AC-8AF6-D932-82F55786B3B1}"/>
              </a:ext>
            </a:extLst>
          </p:cNvPr>
          <p:cNvCxnSpPr>
            <a:cxnSpLocks/>
          </p:cNvCxnSpPr>
          <p:nvPr/>
        </p:nvCxnSpPr>
        <p:spPr>
          <a:xfrm flipH="1" flipV="1">
            <a:off x="4542236" y="4622243"/>
            <a:ext cx="321546" cy="48232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0285C8-9D16-B96A-DD01-A6E4F4B3072A}"/>
              </a:ext>
            </a:extLst>
          </p:cNvPr>
          <p:cNvSpPr txBox="1"/>
          <p:nvPr/>
        </p:nvSpPr>
        <p:spPr>
          <a:xfrm>
            <a:off x="4968911" y="4611469"/>
            <a:ext cx="1597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forget the space</a:t>
            </a:r>
          </a:p>
        </p:txBody>
      </p:sp>
    </p:spTree>
    <p:extLst>
      <p:ext uri="{BB962C8B-B14F-4D97-AF65-F5344CB8AC3E}">
        <p14:creationId xmlns:p14="http://schemas.microsoft.com/office/powerpoint/2010/main" val="346143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5AF8-1C42-3247-B032-2D9B2053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0: UNIX / BASH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9B95-45A1-DE41-9C8E-31FF3FFD7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http://swcarpentry.github.io/shell-novice/</a:t>
            </a:r>
            <a:endParaRPr lang="en-US" dirty="0"/>
          </a:p>
          <a:p>
            <a:r>
              <a:rPr lang="en-US" dirty="0"/>
              <a:t>Not graded</a:t>
            </a:r>
          </a:p>
          <a:p>
            <a:r>
              <a:rPr lang="en-US" dirty="0"/>
              <a:t>We will breakout into smaller groups</a:t>
            </a:r>
          </a:p>
          <a:p>
            <a:r>
              <a:rPr lang="en-US" dirty="0"/>
              <a:t>Start in </a:t>
            </a:r>
            <a:r>
              <a:rPr lang="en-US" u="sng" dirty="0"/>
              <a:t>your</a:t>
            </a:r>
            <a:r>
              <a:rPr lang="en-US" dirty="0"/>
              <a:t> directory, for example</a:t>
            </a:r>
          </a:p>
          <a:p>
            <a:r>
              <a:rPr lang="en-US" dirty="0"/>
              <a:t>$ </a:t>
            </a:r>
            <a:r>
              <a:rPr lang="en-US" dirty="0">
                <a:solidFill>
                  <a:srgbClr val="FF0000"/>
                </a:solidFill>
              </a:rPr>
              <a:t>cd </a:t>
            </a:r>
            <a:r>
              <a:rPr lang="en-US" dirty="0"/>
              <a:t>Desktop/week1</a:t>
            </a:r>
          </a:p>
          <a:p>
            <a:r>
              <a:rPr lang="en-US" dirty="0"/>
              <a:t>Begin working!</a:t>
            </a:r>
          </a:p>
        </p:txBody>
      </p:sp>
    </p:spTree>
    <p:extLst>
      <p:ext uri="{BB962C8B-B14F-4D97-AF65-F5344CB8AC3E}">
        <p14:creationId xmlns:p14="http://schemas.microsoft.com/office/powerpoint/2010/main" val="100363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7538-FA09-A045-902D-DCA083CB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C6EC-1B11-CB42-A923-8E72CDCD1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with Files and Directories </a:t>
            </a:r>
          </a:p>
          <a:p>
            <a:pPr lvl="1"/>
            <a:r>
              <a:rPr lang="en-US" dirty="0"/>
              <a:t>Skip the exercises with using the GUI file explorer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4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cat </a:t>
            </a:r>
            <a:r>
              <a:rPr lang="en-US" dirty="0" err="1"/>
              <a:t>file.txt</a:t>
            </a:r>
            <a:r>
              <a:rPr lang="en-US" dirty="0"/>
              <a:t>   #prints file to terminal</a:t>
            </a:r>
          </a:p>
          <a:p>
            <a:r>
              <a:rPr lang="en-US" dirty="0"/>
              <a:t>$ less </a:t>
            </a:r>
            <a:r>
              <a:rPr lang="en-US" dirty="0" err="1"/>
              <a:t>file.txt</a:t>
            </a:r>
            <a:r>
              <a:rPr lang="en-US" dirty="0"/>
              <a:t>   #shows preview of </a:t>
            </a:r>
            <a:r>
              <a:rPr lang="en-US" dirty="0" err="1"/>
              <a:t>file.txt</a:t>
            </a:r>
            <a:endParaRPr lang="en-US" dirty="0"/>
          </a:p>
          <a:p>
            <a:r>
              <a:rPr lang="en-US" dirty="0"/>
              <a:t>$ head </a:t>
            </a:r>
            <a:r>
              <a:rPr lang="en-US" dirty="0" err="1"/>
              <a:t>file.txt</a:t>
            </a:r>
            <a:r>
              <a:rPr lang="en-US" dirty="0"/>
              <a:t>   #prints first 10 lines to terminal</a:t>
            </a:r>
          </a:p>
          <a:p>
            <a:r>
              <a:rPr lang="en-US" dirty="0"/>
              <a:t>$ head –n 100 </a:t>
            </a:r>
            <a:r>
              <a:rPr lang="en-US" dirty="0" err="1"/>
              <a:t>file.txt</a:t>
            </a:r>
            <a:r>
              <a:rPr lang="en-US" dirty="0"/>
              <a:t>   #prints first 100 lines to terminal</a:t>
            </a:r>
          </a:p>
          <a:p>
            <a:r>
              <a:rPr lang="en-US" dirty="0"/>
              <a:t>$ tail </a:t>
            </a:r>
            <a:r>
              <a:rPr lang="en-US" dirty="0" err="1"/>
              <a:t>file.txt</a:t>
            </a:r>
            <a:r>
              <a:rPr lang="en-US" dirty="0"/>
              <a:t>   #prints last 10 lines to terminal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582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$ ls | less   #output of ls piped over to less</a:t>
            </a:r>
          </a:p>
          <a:p>
            <a:r>
              <a:rPr lang="en-US" dirty="0"/>
              <a:t>$ ls | grep .txt | less </a:t>
            </a:r>
          </a:p>
          <a:p>
            <a:pPr lvl="1"/>
            <a:r>
              <a:rPr lang="en-US" dirty="0"/>
              <a:t># output of </a:t>
            </a:r>
            <a:r>
              <a:rPr lang="en-US" dirty="0" err="1"/>
              <a:t>ls</a:t>
            </a:r>
            <a:r>
              <a:rPr lang="en-US" dirty="0"/>
              <a:t> piped to </a:t>
            </a:r>
            <a:r>
              <a:rPr lang="en-US" dirty="0" err="1"/>
              <a:t>grep</a:t>
            </a:r>
            <a:r>
              <a:rPr lang="en-US" dirty="0"/>
              <a:t> (which searches for searches for .txt)</a:t>
            </a:r>
          </a:p>
          <a:p>
            <a:pPr lvl="1"/>
            <a:r>
              <a:rPr lang="en-US" dirty="0"/>
              <a:t>the matches from </a:t>
            </a:r>
            <a:r>
              <a:rPr lang="en-US" dirty="0" err="1"/>
              <a:t>grep</a:t>
            </a:r>
            <a:r>
              <a:rPr lang="en-US" dirty="0"/>
              <a:t> are piped to less</a:t>
            </a:r>
          </a:p>
        </p:txBody>
      </p:sp>
    </p:spTree>
    <p:extLst>
      <p:ext uri="{BB962C8B-B14F-4D97-AF65-F5344CB8AC3E}">
        <p14:creationId xmlns:p14="http://schemas.microsoft.com/office/powerpoint/2010/main" val="73949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ls</a:t>
            </a:r>
            <a:r>
              <a:rPr lang="en-US" dirty="0"/>
              <a:t> –l &gt; </a:t>
            </a:r>
            <a:r>
              <a:rPr lang="en-US" dirty="0" err="1"/>
              <a:t>DirectoryList.txt</a:t>
            </a:r>
            <a:endParaRPr lang="en-US" dirty="0"/>
          </a:p>
          <a:p>
            <a:pPr lvl="1"/>
            <a:r>
              <a:rPr lang="en-US" dirty="0"/>
              <a:t># output from </a:t>
            </a:r>
            <a:r>
              <a:rPr lang="en-US" dirty="0" err="1"/>
              <a:t>ls</a:t>
            </a:r>
            <a:r>
              <a:rPr lang="en-US" dirty="0"/>
              <a:t> is redirected to a file called </a:t>
            </a:r>
            <a:r>
              <a:rPr lang="en-US" dirty="0" err="1"/>
              <a:t>DirectoryList.txt</a:t>
            </a:r>
            <a:endParaRPr lang="en-US" dirty="0"/>
          </a:p>
          <a:p>
            <a:r>
              <a:rPr lang="en-US" dirty="0"/>
              <a:t>$ </a:t>
            </a:r>
            <a:r>
              <a:rPr lang="en-US" dirty="0" err="1"/>
              <a:t>ls</a:t>
            </a:r>
            <a:r>
              <a:rPr lang="en-US" dirty="0"/>
              <a:t> –l | </a:t>
            </a:r>
            <a:r>
              <a:rPr lang="en-US" dirty="0" err="1"/>
              <a:t>grep</a:t>
            </a:r>
            <a:r>
              <a:rPr lang="en-US" dirty="0"/>
              <a:t> chr22 &gt; </a:t>
            </a:r>
            <a:r>
              <a:rPr lang="en-US" dirty="0" err="1"/>
              <a:t>matches.txt</a:t>
            </a:r>
            <a:endParaRPr lang="en-US" dirty="0"/>
          </a:p>
          <a:p>
            <a:pPr lvl="1"/>
            <a:r>
              <a:rPr lang="en-US" dirty="0"/>
              <a:t># output from </a:t>
            </a:r>
            <a:r>
              <a:rPr lang="en-US" dirty="0" err="1"/>
              <a:t>ls</a:t>
            </a:r>
            <a:r>
              <a:rPr lang="en-US" dirty="0"/>
              <a:t> is piped to </a:t>
            </a:r>
            <a:r>
              <a:rPr lang="en-US" dirty="0" err="1"/>
              <a:t>grep</a:t>
            </a:r>
            <a:r>
              <a:rPr lang="en-US" dirty="0"/>
              <a:t>, results are sent to file called </a:t>
            </a:r>
            <a:r>
              <a:rPr lang="en-US" dirty="0" err="1"/>
              <a:t>matches.txt</a:t>
            </a:r>
            <a:endParaRPr lang="en-US" dirty="0"/>
          </a:p>
          <a:p>
            <a:r>
              <a:rPr lang="en-US" dirty="0"/>
              <a:t>&gt;  #creates new file (removes existing file)</a:t>
            </a:r>
          </a:p>
          <a:p>
            <a:r>
              <a:rPr lang="en-US" dirty="0"/>
              <a:t>&gt;&gt;   #appends to existing 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31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AAE2-7FBE-E04B-8CCF-83D39A30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On a Microsoft Windows</a:t>
            </a:r>
            <a:r>
              <a:rPr lang="en-US" dirty="0"/>
              <a:t>: Open Command Prompt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6D0F9F-79D4-9F46-9758-352CEA5E6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5661" y="3566074"/>
            <a:ext cx="4252209" cy="3137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947263-960D-914A-BF21-0704483F40AD}"/>
              </a:ext>
            </a:extLst>
          </p:cNvPr>
          <p:cNvSpPr txBox="1"/>
          <p:nvPr/>
        </p:nvSpPr>
        <p:spPr>
          <a:xfrm>
            <a:off x="763675" y="1958528"/>
            <a:ext cx="400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Search for application to open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he Command Prompt: What It Is and How to Use It on a Dell System | Dell  India">
            <a:extLst>
              <a:ext uri="{FF2B5EF4-FFF2-40B4-BE49-F238E27FC236}">
                <a16:creationId xmlns:a16="http://schemas.microsoft.com/office/drawing/2014/main" id="{98FB12A3-F3C4-C2DE-96C6-DE960A782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661" y="1557422"/>
            <a:ext cx="4413250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84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9269</TotalTime>
  <Words>680</Words>
  <Application>Microsoft Office PowerPoint</Application>
  <PresentationFormat>On-screen Show (4:3)</PresentationFormat>
  <Paragraphs>107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Helvetica</vt:lpstr>
      <vt:lpstr>Wingdings</vt:lpstr>
      <vt:lpstr>Office Theme</vt:lpstr>
      <vt:lpstr>ANT 157L: Advanced Human Genetics Lab / Population Genetics</vt:lpstr>
      <vt:lpstr>On a Mac: Open your Terminal</vt:lpstr>
      <vt:lpstr>print working directory</vt:lpstr>
      <vt:lpstr>change directories</vt:lpstr>
      <vt:lpstr>Let’s try that…</vt:lpstr>
      <vt:lpstr>make a directory</vt:lpstr>
      <vt:lpstr>Filename Conventions</vt:lpstr>
      <vt:lpstr>list directory contents</vt:lpstr>
      <vt:lpstr>creating &amp; deleting files</vt:lpstr>
      <vt:lpstr>Using Nano</vt:lpstr>
      <vt:lpstr>copy a file</vt:lpstr>
      <vt:lpstr>Assignment 0: UNIX / BASH</vt:lpstr>
      <vt:lpstr>Notes </vt:lpstr>
      <vt:lpstr>displaying files</vt:lpstr>
      <vt:lpstr>command redirection</vt:lpstr>
      <vt:lpstr>command redirection</vt:lpstr>
      <vt:lpstr>On a Microsoft Windows: Open Command Prompt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Next-Generation Sequencing</dc:title>
  <dc:creator>Dean Bobo</dc:creator>
  <cp:lastModifiedBy>Alaina Brenner</cp:lastModifiedBy>
  <cp:revision>38</cp:revision>
  <dcterms:created xsi:type="dcterms:W3CDTF">2015-09-28T16:11:02Z</dcterms:created>
  <dcterms:modified xsi:type="dcterms:W3CDTF">2026-04-01T23:21:57Z</dcterms:modified>
</cp:coreProperties>
</file>