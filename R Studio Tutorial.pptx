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9D1F2-C90F-4370-9787-9CB182FF6FEE}" v="6" dt="2025-04-08T22:42:46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ina Brenner" userId="88ea58bc-6ab6-4689-89ed-007b60729629" providerId="ADAL" clId="{1B49D1F2-C90F-4370-9787-9CB182FF6FEE}"/>
    <pc:docChg chg="undo custSel modSld sldOrd">
      <pc:chgData name="Alaina Brenner" userId="88ea58bc-6ab6-4689-89ed-007b60729629" providerId="ADAL" clId="{1B49D1F2-C90F-4370-9787-9CB182FF6FEE}" dt="2025-04-08T22:46:41.864" v="677" actId="20577"/>
      <pc:docMkLst>
        <pc:docMk/>
      </pc:docMkLst>
      <pc:sldChg chg="modSp mod ord">
        <pc:chgData name="Alaina Brenner" userId="88ea58bc-6ab6-4689-89ed-007b60729629" providerId="ADAL" clId="{1B49D1F2-C90F-4370-9787-9CB182FF6FEE}" dt="2025-04-08T22:46:41.864" v="677" actId="20577"/>
        <pc:sldMkLst>
          <pc:docMk/>
          <pc:sldMk cId="238348418" sldId="262"/>
        </pc:sldMkLst>
        <pc:spChg chg="mod">
          <ac:chgData name="Alaina Brenner" userId="88ea58bc-6ab6-4689-89ed-007b60729629" providerId="ADAL" clId="{1B49D1F2-C90F-4370-9787-9CB182FF6FEE}" dt="2025-04-08T22:44:14.088" v="322" actId="313"/>
          <ac:spMkLst>
            <pc:docMk/>
            <pc:sldMk cId="238348418" sldId="262"/>
            <ac:spMk id="2" creationId="{0B658989-30DA-53A8-26A1-D366BB157484}"/>
          </ac:spMkLst>
        </pc:spChg>
        <pc:spChg chg="mod">
          <ac:chgData name="Alaina Brenner" userId="88ea58bc-6ab6-4689-89ed-007b60729629" providerId="ADAL" clId="{1B49D1F2-C90F-4370-9787-9CB182FF6FEE}" dt="2025-04-08T22:46:41.864" v="677" actId="20577"/>
          <ac:spMkLst>
            <pc:docMk/>
            <pc:sldMk cId="238348418" sldId="262"/>
            <ac:spMk id="3" creationId="{65FF612A-C513-5423-41CE-A0826FBDBE73}"/>
          </ac:spMkLst>
        </pc:spChg>
      </pc:sldChg>
      <pc:sldChg chg="addSp delSp modSp mod">
        <pc:chgData name="Alaina Brenner" userId="88ea58bc-6ab6-4689-89ed-007b60729629" providerId="ADAL" clId="{1B49D1F2-C90F-4370-9787-9CB182FF6FEE}" dt="2025-04-08T22:43:11.315" v="192" actId="1076"/>
        <pc:sldMkLst>
          <pc:docMk/>
          <pc:sldMk cId="3186401780" sldId="263"/>
        </pc:sldMkLst>
        <pc:spChg chg="mod">
          <ac:chgData name="Alaina Brenner" userId="88ea58bc-6ab6-4689-89ed-007b60729629" providerId="ADAL" clId="{1B49D1F2-C90F-4370-9787-9CB182FF6FEE}" dt="2025-04-08T22:40:32.771" v="30" actId="1035"/>
          <ac:spMkLst>
            <pc:docMk/>
            <pc:sldMk cId="3186401780" sldId="263"/>
            <ac:spMk id="2" creationId="{E67DAE68-726A-BA4E-F949-3F8B4F862AC1}"/>
          </ac:spMkLst>
        </pc:spChg>
        <pc:spChg chg="mod">
          <ac:chgData name="Alaina Brenner" userId="88ea58bc-6ab6-4689-89ed-007b60729629" providerId="ADAL" clId="{1B49D1F2-C90F-4370-9787-9CB182FF6FEE}" dt="2025-04-08T22:41:20.279" v="174" actId="313"/>
          <ac:spMkLst>
            <pc:docMk/>
            <pc:sldMk cId="3186401780" sldId="263"/>
            <ac:spMk id="3" creationId="{EF69BD1F-B040-B46D-F99D-8BF41696A49C}"/>
          </ac:spMkLst>
        </pc:spChg>
        <pc:spChg chg="add">
          <ac:chgData name="Alaina Brenner" userId="88ea58bc-6ab6-4689-89ed-007b60729629" providerId="ADAL" clId="{1B49D1F2-C90F-4370-9787-9CB182FF6FEE}" dt="2025-04-08T22:40:10.884" v="17"/>
          <ac:spMkLst>
            <pc:docMk/>
            <pc:sldMk cId="3186401780" sldId="263"/>
            <ac:spMk id="4" creationId="{84392A38-BD60-3F55-8C93-8A43F1147599}"/>
          </ac:spMkLst>
        </pc:spChg>
        <pc:picChg chg="add mod">
          <ac:chgData name="Alaina Brenner" userId="88ea58bc-6ab6-4689-89ed-007b60729629" providerId="ADAL" clId="{1B49D1F2-C90F-4370-9787-9CB182FF6FEE}" dt="2025-04-08T22:41:22.367" v="175" actId="1076"/>
          <ac:picMkLst>
            <pc:docMk/>
            <pc:sldMk cId="3186401780" sldId="263"/>
            <ac:picMk id="5" creationId="{949F74C5-1091-4D94-C7C4-CCB9948D2C9A}"/>
          </ac:picMkLst>
        </pc:picChg>
        <pc:picChg chg="add mod">
          <ac:chgData name="Alaina Brenner" userId="88ea58bc-6ab6-4689-89ed-007b60729629" providerId="ADAL" clId="{1B49D1F2-C90F-4370-9787-9CB182FF6FEE}" dt="2025-04-08T22:43:08.776" v="191" actId="1076"/>
          <ac:picMkLst>
            <pc:docMk/>
            <pc:sldMk cId="3186401780" sldId="263"/>
            <ac:picMk id="6" creationId="{1979B34D-6B27-8A51-255F-9347AF77CCDB}"/>
          </ac:picMkLst>
        </pc:picChg>
        <pc:picChg chg="add del">
          <ac:chgData name="Alaina Brenner" userId="88ea58bc-6ab6-4689-89ed-007b60729629" providerId="ADAL" clId="{1B49D1F2-C90F-4370-9787-9CB182FF6FEE}" dt="2025-04-08T22:42:22.466" v="179" actId="478"/>
          <ac:picMkLst>
            <pc:docMk/>
            <pc:sldMk cId="3186401780" sldId="263"/>
            <ac:picMk id="7" creationId="{40569F11-F623-B225-09A0-5B6A4A1A4828}"/>
          </ac:picMkLst>
        </pc:picChg>
        <pc:picChg chg="add mod modCrop">
          <ac:chgData name="Alaina Brenner" userId="88ea58bc-6ab6-4689-89ed-007b60729629" providerId="ADAL" clId="{1B49D1F2-C90F-4370-9787-9CB182FF6FEE}" dt="2025-04-08T22:43:11.315" v="192" actId="1076"/>
          <ac:picMkLst>
            <pc:docMk/>
            <pc:sldMk cId="3186401780" sldId="263"/>
            <ac:picMk id="8" creationId="{39BA245B-3E82-BB42-D7B8-487BBA4ED8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95DF6-9BF1-4A22-837F-0F8F7AC112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37E99-8CCE-4670-A912-FA09BAF2A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09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37E99-8CCE-4670-A912-FA09BAF2A0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50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37E99-8CCE-4670-A912-FA09BAF2A0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A58E-A6FC-4073-AE4A-1EA7A634D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3D3E6B-9DF5-17BA-EC42-7C017ECA8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E13AD-003F-B21F-AB31-9FFADFE9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967D1-B36F-B315-0362-CE309BAE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718FC-9F50-5A28-74F7-3BCD006D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00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A6D35-1A94-79ED-2B39-1FEA8EDD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6BD3C-2D84-F410-141C-49BA13DAE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2D0EB-60CB-BC3D-F79A-D726840A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24A0E-1BED-CB23-45D5-153523A88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71E0-E176-0CF2-F113-F71ABD9A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3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B5C7-2513-5FE0-A376-B744EC49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134BE-49B2-FC48-B4FD-DF32232D4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08E34-B1BA-08E4-40CB-35CD5EFF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58EBA-3C31-AF44-0CA6-9F51FB1CC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FCA7E-83BF-DEEB-3B1E-2F63DD82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6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27BBC-E1B8-27FD-C4E9-EE5D636B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67FB3-36AC-DC67-4E25-47DACB853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AEEB8-DB74-366D-6BDA-2B8E673A4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37D4F-EA46-4FD2-ACB3-B5F4CAA9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75C86-C9AE-D501-CA23-D5119285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B265B-7571-B19B-8109-47F79489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2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7903-1CBC-65E0-A544-F3E7DE609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70211-D3D4-ACBE-2595-25F27E0ED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7C6C5-30B1-F0BB-4B5B-C0F5087F9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9C43E2-27B5-FDBA-3126-0D93C77F2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9AD76-B4AA-9505-A344-820EC38BC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20AC6-981B-2DE0-77E0-0E47BB457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C2DD85-5BC2-9F0C-431A-BCC9168F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AAA1A-5981-35ED-E526-4FBDE5BD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57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E2C2-9739-CFDD-8248-F954DCCE4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6DF44-8542-D93E-EB8C-B0E0B07D4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4BAEF-F1C1-91D2-B6F2-9033B43C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2FF36-ED3E-AEE8-5A4E-979CB4E3B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4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289A5-E29D-D2DC-E667-07368ACD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838FBA-AB17-2D46-CB51-FA471D4B7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BD278-965B-B05C-2C70-96F4612A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1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AC50B-3BED-7B4E-6E5A-FBB3561D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055D8-7B40-32F5-BE36-E67456C29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0284F-84AC-92F4-B4BE-C24C55C38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059EE-AEBB-4621-BB70-056169CB7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83524-0A55-55B1-9178-7CB7D315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A54F9-6156-F45B-4413-E828DFCD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1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9DF7C-5388-E175-EA5C-37E481EDF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56C091-3729-9A65-03FC-8A6C278F4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60B7F-ABDD-35DB-A89B-3AC4CDF06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CF34B-CDA9-AA93-B38D-8B3905AF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05F7D-4B87-2413-9FC3-E6E6DE938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2E7F8-B62D-B3CA-942F-46410ECA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75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692A-7167-43FB-CFA5-D677EC96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4BBC0-4A30-BB01-A6C3-977C455A9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E51D3-796A-C469-7137-160E7C7DD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B5C2-061C-0923-DC14-A3D2F55E8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777EC-FC14-4E55-29BC-DE20408F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4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AC488F-13BF-E722-118F-69C875D8D2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BDDFE-595A-1E44-DF9A-A401C5AE4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AC7A7-CC1A-9D64-8525-27070D84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6B263-420B-5C1A-2BA0-AFBA1A024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FBB7D-06D9-3C4D-D3B5-8A19DDB91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4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CFC0F9-50DF-48EB-CBBC-2AF88C9B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2E7A6-55B3-ABD5-9006-CE4636655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BCDD8-6B4F-BCC9-2C69-0173E04CA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EADE9-E8B3-42B1-AF81-6D47EF52236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C5DBE-8A0D-4147-79CA-E3AD9C5D3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28192-0B03-F8B6-48D5-65275508C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7C52B3-D4C6-49AB-A62A-F17C4E7E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7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BB868-EC0D-A5B6-BB25-A236AAD58A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Studio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E98E4-39BE-8778-1FB7-FC2C83E83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0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AE68-726A-BA4E-F949-3F8B4F86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2" y="-164810"/>
            <a:ext cx="10515600" cy="1325563"/>
          </a:xfrm>
        </p:spPr>
        <p:txBody>
          <a:bodyPr/>
          <a:lstStyle/>
          <a:p>
            <a:r>
              <a:rPr lang="en-US" dirty="0"/>
              <a:t>What is R? What is R Studio?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9BD1F-B040-B46D-F99D-8BF41696A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891" y="8688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 is a coding language similar to what we learned last week on the terminal</a:t>
            </a:r>
            <a:r>
              <a:rPr lang="en-US" b="1" dirty="0"/>
              <a:t> BUT, </a:t>
            </a:r>
            <a:r>
              <a:rPr lang="en-US" dirty="0"/>
              <a:t>syntax is different </a:t>
            </a:r>
          </a:p>
          <a:p>
            <a:pPr marL="0" indent="0">
              <a:buNone/>
            </a:pPr>
            <a:r>
              <a:rPr lang="en-US" dirty="0"/>
              <a:t>R studio is an app that helps us you the R coding language and visualize the code in real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F74C5-1091-4D94-C7C4-CCB9948D2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2" y="3355109"/>
            <a:ext cx="11801475" cy="403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79B34D-6B27-8A51-255F-9347AF77C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9013" y="-640671"/>
            <a:ext cx="2172096" cy="2172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BA245B-3E82-BB42-D7B8-487BBA4ED8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9577"/>
          <a:stretch/>
        </p:blipFill>
        <p:spPr>
          <a:xfrm>
            <a:off x="8341672" y="97704"/>
            <a:ext cx="876962" cy="8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401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D7B1-5BC9-38F5-38C1-EB6B26CE4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782C9-D512-0F76-F2CE-9D09F579C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581CD-C7EC-B1FB-5B62-19F51C67B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2" y="0"/>
            <a:ext cx="11604649" cy="6858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A16E67-B3B6-383B-B156-5766931D6F41}"/>
              </a:ext>
            </a:extLst>
          </p:cNvPr>
          <p:cNvCxnSpPr>
            <a:cxnSpLocks/>
          </p:cNvCxnSpPr>
          <p:nvPr/>
        </p:nvCxnSpPr>
        <p:spPr>
          <a:xfrm flipV="1">
            <a:off x="6230471" y="4279607"/>
            <a:ext cx="1609846" cy="49858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812C3B-84EB-BB7E-E8CE-4C9F4A6C1253}"/>
              </a:ext>
            </a:extLst>
          </p:cNvPr>
          <p:cNvSpPr txBox="1"/>
          <p:nvPr/>
        </p:nvSpPr>
        <p:spPr>
          <a:xfrm>
            <a:off x="4760259" y="4320988"/>
            <a:ext cx="1398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Plots and files will go here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00C68E-15CD-9367-9C7D-8CFA5B1395B2}"/>
              </a:ext>
            </a:extLst>
          </p:cNvPr>
          <p:cNvCxnSpPr>
            <a:cxnSpLocks/>
          </p:cNvCxnSpPr>
          <p:nvPr/>
        </p:nvCxnSpPr>
        <p:spPr>
          <a:xfrm flipV="1">
            <a:off x="6230471" y="1701514"/>
            <a:ext cx="1609846" cy="49858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4339C8-9CBE-B0B7-FDCA-C2E036E72312}"/>
              </a:ext>
            </a:extLst>
          </p:cNvPr>
          <p:cNvSpPr txBox="1"/>
          <p:nvPr/>
        </p:nvSpPr>
        <p:spPr>
          <a:xfrm>
            <a:off x="4760259" y="1742895"/>
            <a:ext cx="1398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you have created</a:t>
            </a:r>
          </a:p>
        </p:txBody>
      </p:sp>
    </p:spTree>
    <p:extLst>
      <p:ext uri="{BB962C8B-B14F-4D97-AF65-F5344CB8AC3E}">
        <p14:creationId xmlns:p14="http://schemas.microsoft.com/office/powerpoint/2010/main" val="405888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77423-5F13-642B-5C35-849DCF24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3364B-A584-B1DE-2779-158DC400E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4145A-C9A6-522F-9EC4-FB32A9470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9" y="0"/>
            <a:ext cx="12039241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355617-2868-51C1-0D23-D258EA7664F5}"/>
              </a:ext>
            </a:extLst>
          </p:cNvPr>
          <p:cNvCxnSpPr>
            <a:cxnSpLocks/>
          </p:cNvCxnSpPr>
          <p:nvPr/>
        </p:nvCxnSpPr>
        <p:spPr>
          <a:xfrm flipH="1">
            <a:off x="3555187" y="1455725"/>
            <a:ext cx="17160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33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FDC19-CC32-BCB5-55B8-AF0E287B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3C152-1B94-0754-C158-B5379108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03AAB-5A99-9CE8-66FB-E64C3038A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91" y="0"/>
            <a:ext cx="11623817" cy="6858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8EA2B7-3311-B5DA-14F1-31379E348A27}"/>
              </a:ext>
            </a:extLst>
          </p:cNvPr>
          <p:cNvCxnSpPr>
            <a:cxnSpLocks/>
          </p:cNvCxnSpPr>
          <p:nvPr/>
        </p:nvCxnSpPr>
        <p:spPr>
          <a:xfrm flipH="1" flipV="1">
            <a:off x="7117689" y="5332387"/>
            <a:ext cx="1002183" cy="16605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A16F1D-B4EF-0955-BA0C-A5AD0C563B8D}"/>
              </a:ext>
            </a:extLst>
          </p:cNvPr>
          <p:cNvCxnSpPr>
            <a:cxnSpLocks/>
          </p:cNvCxnSpPr>
          <p:nvPr/>
        </p:nvCxnSpPr>
        <p:spPr>
          <a:xfrm flipH="1" flipV="1">
            <a:off x="6962851" y="2141740"/>
            <a:ext cx="1002183" cy="16605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111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F12D-78F4-09B7-7DCA-BB2C64D2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" y="-180975"/>
            <a:ext cx="10515600" cy="1325563"/>
          </a:xfrm>
        </p:spPr>
        <p:txBody>
          <a:bodyPr/>
          <a:lstStyle/>
          <a:p>
            <a:r>
              <a:rPr lang="en-US" dirty="0"/>
              <a:t>Set working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99DF4-0D82-A3E9-29EF-59B96E82A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FB538-6DA0-35ED-7405-2BCE651D5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50" y="888048"/>
            <a:ext cx="9790342" cy="577244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68FF97-A6C3-7B51-CE8B-BD4DA42BD346}"/>
              </a:ext>
            </a:extLst>
          </p:cNvPr>
          <p:cNvCxnSpPr>
            <a:cxnSpLocks/>
          </p:cNvCxnSpPr>
          <p:nvPr/>
        </p:nvCxnSpPr>
        <p:spPr>
          <a:xfrm flipH="1">
            <a:off x="5742575" y="3239701"/>
            <a:ext cx="17160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183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8989-30DA-53A8-26A1-D366BB15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Turing in Assignments in the Correct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F612A-C513-5423-41CE-A0826FBDB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studio has its own file type but that is not what we want you to turn in on Canvas. We want a PDF.</a:t>
            </a:r>
          </a:p>
          <a:p>
            <a:r>
              <a:rPr lang="en-US" dirty="0"/>
              <a:t>Use knit tool</a:t>
            </a:r>
          </a:p>
          <a:p>
            <a:r>
              <a:rPr lang="en-US" dirty="0"/>
              <a:t>If it will not knit to PDF directly, knit to an HTML and save it to PDF from there by printing to PDF</a:t>
            </a:r>
          </a:p>
          <a:p>
            <a:endParaRPr lang="en-US" dirty="0"/>
          </a:p>
          <a:p>
            <a:r>
              <a:rPr lang="en-US" b="1" dirty="0"/>
              <a:t>MAKE SURE NOTHING IS GETTING CUT OFF!</a:t>
            </a:r>
          </a:p>
          <a:p>
            <a:pPr lvl="1"/>
            <a:r>
              <a:rPr lang="en-US" dirty="0"/>
              <a:t>You will lose points if your answers get cut off and we cannot read them</a:t>
            </a:r>
          </a:p>
        </p:txBody>
      </p:sp>
    </p:spTree>
    <p:extLst>
      <p:ext uri="{BB962C8B-B14F-4D97-AF65-F5344CB8AC3E}">
        <p14:creationId xmlns:p14="http://schemas.microsoft.com/office/powerpoint/2010/main" val="23834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AFEE-24A8-962B-2978-9F08D3CE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05" y="-110005"/>
            <a:ext cx="10515600" cy="1325563"/>
          </a:xfrm>
        </p:spPr>
        <p:txBody>
          <a:bodyPr/>
          <a:lstStyle/>
          <a:p>
            <a:r>
              <a:rPr lang="en-US" dirty="0"/>
              <a:t>Saving to PDF or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9ED61-1079-DF4C-0A0E-72BFBDDC1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27E92-1CA8-ABE9-FBBF-702258DDD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41" y="914400"/>
            <a:ext cx="9662547" cy="570496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EAD2E9-528C-590F-05FA-B800EA25A9D5}"/>
              </a:ext>
            </a:extLst>
          </p:cNvPr>
          <p:cNvCxnSpPr>
            <a:cxnSpLocks/>
          </p:cNvCxnSpPr>
          <p:nvPr/>
        </p:nvCxnSpPr>
        <p:spPr>
          <a:xfrm flipH="1">
            <a:off x="2918693" y="1993607"/>
            <a:ext cx="17160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EA55D4-F148-C920-0902-F5D8441A9129}"/>
              </a:ext>
            </a:extLst>
          </p:cNvPr>
          <p:cNvCxnSpPr>
            <a:cxnSpLocks/>
          </p:cNvCxnSpPr>
          <p:nvPr/>
        </p:nvCxnSpPr>
        <p:spPr>
          <a:xfrm flipH="1">
            <a:off x="2918693" y="1825625"/>
            <a:ext cx="17160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827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155</Words>
  <Application>Microsoft Office PowerPoint</Application>
  <PresentationFormat>Widescreen</PresentationFormat>
  <Paragraphs>17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R Studio Tutorial</vt:lpstr>
      <vt:lpstr>What is R? What is R Studio?</vt:lpstr>
      <vt:lpstr>PowerPoint Presentation</vt:lpstr>
      <vt:lpstr>PowerPoint Presentation</vt:lpstr>
      <vt:lpstr>PowerPoint Presentation</vt:lpstr>
      <vt:lpstr>Set working directory</vt:lpstr>
      <vt:lpstr>Turing in Assignments in the Correct Format</vt:lpstr>
      <vt:lpstr>Saving to PDF or HTML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Alaina Brenner</dc:creator>
  <cp:lastModifiedBy>Alaina Brenner</cp:lastModifiedBy>
  <cp:revision>1</cp:revision>
  <dcterms:created xsi:type="dcterms:W3CDTF">2025-04-07T20:13:52Z</dcterms:created>
  <dcterms:modified xsi:type="dcterms:W3CDTF">2026-04-01T19:34:24Z</dcterms:modified>
</cp:coreProperties>
</file>